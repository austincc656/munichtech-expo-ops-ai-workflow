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F851EE4-231B-4F99-A165-EC6DB062AFC9}">
          <p14:sldIdLst>
            <p14:sldId id="256"/>
          </p14:sldIdLst>
        </p14:section>
        <p14:section name="AI-supported sponsor onboarding workflow diagram" id="{B112AD4D-C647-4D8F-A5C1-B0F2201DA200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Attendee Journey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554480"/>
            <a:ext cx="1005840" cy="822960"/>
          </a:xfrm>
          <a:prstGeom prst="roundRect">
            <a:avLst/>
          </a:prstGeom>
          <a:solidFill>
            <a:srgbClr val="6FA8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rPr dirty="0"/>
              <a:t>Awareness</a:t>
            </a:r>
          </a:p>
          <a:p>
            <a:pPr>
              <a:defRPr sz="800"/>
            </a:pPr>
            <a:r>
              <a:rPr dirty="0"/>
              <a:t>Discover event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188720" y="1965960"/>
            <a:ext cx="73152" cy="0"/>
          </a:xfrm>
          <a:prstGeom prst="line">
            <a:avLst/>
          </a:prstGeom>
          <a:ln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261872" y="1554480"/>
            <a:ext cx="1005840" cy="822960"/>
          </a:xfrm>
          <a:prstGeom prst="roundRect">
            <a:avLst/>
          </a:prstGeom>
          <a:solidFill>
            <a:srgbClr val="6FA8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Ticket Purchase</a:t>
            </a:r>
          </a:p>
          <a:p>
            <a:pPr>
              <a:defRPr sz="800"/>
            </a:pPr>
            <a:r>
              <a:t>Registration complete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67712" y="1965960"/>
            <a:ext cx="73152" cy="0"/>
          </a:xfrm>
          <a:prstGeom prst="line">
            <a:avLst/>
          </a:prstGeom>
          <a:ln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40864" y="1554480"/>
            <a:ext cx="1005840" cy="822960"/>
          </a:xfrm>
          <a:prstGeom prst="roundRect">
            <a:avLst/>
          </a:prstGeom>
          <a:solidFill>
            <a:srgbClr val="FFD9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Confirmation Email</a:t>
            </a:r>
          </a:p>
          <a:p>
            <a:pPr>
              <a:defRPr sz="800"/>
            </a:pPr>
            <a:r>
              <a:t>AI reminder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46704" y="1965960"/>
            <a:ext cx="73152" cy="0"/>
          </a:xfrm>
          <a:prstGeom prst="line">
            <a:avLst/>
          </a:prstGeom>
          <a:ln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19856" y="1554480"/>
            <a:ext cx="1005840" cy="822960"/>
          </a:xfrm>
          <a:prstGeom prst="roundRect">
            <a:avLst/>
          </a:prstGeom>
          <a:solidFill>
            <a:srgbClr val="6FA8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QR Code</a:t>
            </a:r>
          </a:p>
          <a:p>
            <a:pPr>
              <a:defRPr sz="800"/>
            </a:pPr>
            <a:r>
              <a:t>Digital access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25696" y="1965960"/>
            <a:ext cx="73152" cy="0"/>
          </a:xfrm>
          <a:prstGeom prst="line">
            <a:avLst/>
          </a:prstGeom>
          <a:ln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98848" y="1554480"/>
            <a:ext cx="1005840" cy="822960"/>
          </a:xfrm>
          <a:prstGeom prst="roundRect">
            <a:avLst/>
          </a:prstGeom>
          <a:solidFill>
            <a:srgbClr val="FFD9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Event Reminder</a:t>
            </a:r>
          </a:p>
          <a:p>
            <a:pPr>
              <a:defRPr sz="800"/>
            </a:pPr>
            <a:r>
              <a:t>Automated updates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04688" y="1965960"/>
            <a:ext cx="73152" cy="0"/>
          </a:xfrm>
          <a:prstGeom prst="line">
            <a:avLst/>
          </a:prstGeom>
          <a:ln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1554480"/>
            <a:ext cx="1005840" cy="822960"/>
          </a:xfrm>
          <a:prstGeom prst="roundRect">
            <a:avLst/>
          </a:prstGeom>
          <a:solidFill>
            <a:srgbClr val="6FA8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Check-In</a:t>
            </a:r>
          </a:p>
          <a:p>
            <a:pPr>
              <a:defRPr sz="800"/>
            </a:pPr>
            <a:r>
              <a:t>QR validation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6583680" y="1965960"/>
            <a:ext cx="73152" cy="0"/>
          </a:xfrm>
          <a:prstGeom prst="line">
            <a:avLst/>
          </a:prstGeom>
          <a:ln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56832" y="1554480"/>
            <a:ext cx="1005840" cy="822960"/>
          </a:xfrm>
          <a:prstGeom prst="roundRect">
            <a:avLst/>
          </a:prstGeom>
          <a:solidFill>
            <a:srgbClr val="6FA8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rPr dirty="0"/>
              <a:t>Badge Printing</a:t>
            </a:r>
          </a:p>
          <a:p>
            <a:pPr>
              <a:defRPr sz="800"/>
            </a:pPr>
            <a:r>
              <a:rPr dirty="0"/>
              <a:t>Badge generated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62672" y="1965960"/>
            <a:ext cx="73152" cy="0"/>
          </a:xfrm>
          <a:prstGeom prst="line">
            <a:avLst/>
          </a:prstGeom>
          <a:ln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35824" y="1554480"/>
            <a:ext cx="1005840" cy="822960"/>
          </a:xfrm>
          <a:prstGeom prst="roundRect">
            <a:avLst/>
          </a:prstGeom>
          <a:solidFill>
            <a:srgbClr val="6FA8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rPr dirty="0"/>
              <a:t>Session Access</a:t>
            </a:r>
          </a:p>
          <a:p>
            <a:pPr>
              <a:defRPr sz="800"/>
            </a:pPr>
            <a:r>
              <a:rPr dirty="0"/>
              <a:t>Attend sessions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>
            <a:off x="8238744" y="2377440"/>
            <a:ext cx="0" cy="640080"/>
          </a:xfrm>
          <a:prstGeom prst="line">
            <a:avLst/>
          </a:prstGeom>
          <a:ln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18120" y="3017520"/>
            <a:ext cx="1005840" cy="822960"/>
          </a:xfrm>
          <a:prstGeom prst="roundRect">
            <a:avLst/>
          </a:prstGeom>
          <a:solidFill>
            <a:srgbClr val="FFD9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rPr dirty="0"/>
              <a:t>Networking</a:t>
            </a:r>
          </a:p>
          <a:p>
            <a:pPr>
              <a:defRPr sz="800"/>
            </a:pPr>
            <a:r>
              <a:rPr dirty="0"/>
              <a:t>AI matchmaking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44968" y="3429000"/>
            <a:ext cx="73152" cy="0"/>
          </a:xfrm>
          <a:prstGeom prst="line">
            <a:avLst/>
          </a:prstGeom>
          <a:ln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9984" y="3017520"/>
            <a:ext cx="1005840" cy="822960"/>
          </a:xfrm>
          <a:prstGeom prst="roundRect">
            <a:avLst/>
          </a:prstGeom>
          <a:solidFill>
            <a:srgbClr val="FFD9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rPr dirty="0"/>
              <a:t>Feedback</a:t>
            </a:r>
            <a:endParaRPr lang="en-GB" dirty="0"/>
          </a:p>
          <a:p>
            <a:pPr>
              <a:defRPr sz="800"/>
            </a:pPr>
            <a:r>
              <a:rPr lang="en-GB" dirty="0"/>
              <a:t>AI sentiment     </a:t>
            </a:r>
            <a:r>
              <a:rPr lang="en-US" dirty="0"/>
              <a:t>   </a:t>
            </a:r>
            <a:r>
              <a:rPr lang="en-GB" dirty="0"/>
              <a:t>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AI-enhanced attendee operations workflow for MunichTech EXPO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E76A68-A555-0E01-AB26-1C943CB2B1BF}"/>
              </a:ext>
            </a:extLst>
          </p:cNvPr>
          <p:cNvSpPr txBox="1"/>
          <p:nvPr/>
        </p:nvSpPr>
        <p:spPr>
          <a:xfrm>
            <a:off x="2318838" y="117200"/>
            <a:ext cx="5075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AI-Supported Sponsor Onboarding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540F55-96A1-EB7B-CDC7-D8991D4F01F5}"/>
              </a:ext>
            </a:extLst>
          </p:cNvPr>
          <p:cNvSpPr/>
          <p:nvPr/>
        </p:nvSpPr>
        <p:spPr>
          <a:xfrm>
            <a:off x="2782529" y="648938"/>
            <a:ext cx="3637936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Sponsor Outreach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8FC146-537C-238A-E216-FFE09572CFBC}"/>
              </a:ext>
            </a:extLst>
          </p:cNvPr>
          <p:cNvSpPr/>
          <p:nvPr/>
        </p:nvSpPr>
        <p:spPr>
          <a:xfrm>
            <a:off x="2753032" y="1204621"/>
            <a:ext cx="3637936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 Meeting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6889B5-CEA0-2957-B5A7-B67D8099EF0B}"/>
              </a:ext>
            </a:extLst>
          </p:cNvPr>
          <p:cNvSpPr/>
          <p:nvPr/>
        </p:nvSpPr>
        <p:spPr>
          <a:xfrm>
            <a:off x="2753032" y="1779974"/>
            <a:ext cx="3637936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Sponsorship Agreement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55375-B3ED-D74F-6405-154F475117F4}"/>
              </a:ext>
            </a:extLst>
          </p:cNvPr>
          <p:cNvSpPr/>
          <p:nvPr/>
        </p:nvSpPr>
        <p:spPr>
          <a:xfrm>
            <a:off x="2753032" y="2366108"/>
            <a:ext cx="3637936" cy="369332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Branding Collection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9B6AE9-C263-6F56-AC8B-B24CF01F3D38}"/>
              </a:ext>
            </a:extLst>
          </p:cNvPr>
          <p:cNvSpPr/>
          <p:nvPr/>
        </p:nvSpPr>
        <p:spPr>
          <a:xfrm>
            <a:off x="2753032" y="2971906"/>
            <a:ext cx="3637936" cy="369332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Booth Planning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67CD1A-4BF0-F85A-355F-71D16DAF124C}"/>
              </a:ext>
            </a:extLst>
          </p:cNvPr>
          <p:cNvSpPr/>
          <p:nvPr/>
        </p:nvSpPr>
        <p:spPr>
          <a:xfrm>
            <a:off x="2753032" y="3577704"/>
            <a:ext cx="3637936" cy="369332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Payment Confirmation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1444F8-E7BC-14D2-AB1B-D5D55A371C0A}"/>
              </a:ext>
            </a:extLst>
          </p:cNvPr>
          <p:cNvSpPr/>
          <p:nvPr/>
        </p:nvSpPr>
        <p:spPr>
          <a:xfrm>
            <a:off x="2780464" y="4182385"/>
            <a:ext cx="3637936" cy="369332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Activation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BE4AF9-8EA9-4919-2D03-58DD6757135D}"/>
              </a:ext>
            </a:extLst>
          </p:cNvPr>
          <p:cNvSpPr/>
          <p:nvPr/>
        </p:nvSpPr>
        <p:spPr>
          <a:xfrm>
            <a:off x="2780464" y="4778351"/>
            <a:ext cx="3637936" cy="369332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Engagement Tracking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C6D3A-59FC-0406-19BF-804024F97E31}"/>
              </a:ext>
            </a:extLst>
          </p:cNvPr>
          <p:cNvSpPr/>
          <p:nvPr/>
        </p:nvSpPr>
        <p:spPr>
          <a:xfrm>
            <a:off x="2753032" y="5364485"/>
            <a:ext cx="3637936" cy="369332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Sponsor Reporting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E60D64-6DD2-FA57-4883-35D725E51C6D}"/>
              </a:ext>
            </a:extLst>
          </p:cNvPr>
          <p:cNvSpPr/>
          <p:nvPr/>
        </p:nvSpPr>
        <p:spPr>
          <a:xfrm>
            <a:off x="2753032" y="5935377"/>
            <a:ext cx="3637936" cy="369332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Renewal Follow-up</a:t>
            </a:r>
            <a:endParaRPr lang="en-GB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88B0F1-A922-8576-A05C-193833B8F990}"/>
              </a:ext>
            </a:extLst>
          </p:cNvPr>
          <p:cNvCxnSpPr>
            <a:cxnSpLocks/>
          </p:cNvCxnSpPr>
          <p:nvPr/>
        </p:nvCxnSpPr>
        <p:spPr>
          <a:xfrm>
            <a:off x="4614180" y="1057448"/>
            <a:ext cx="0" cy="222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13A82D-D979-D44B-B496-84B346E7E2E9}"/>
              </a:ext>
            </a:extLst>
          </p:cNvPr>
          <p:cNvCxnSpPr>
            <a:cxnSpLocks/>
          </p:cNvCxnSpPr>
          <p:nvPr/>
        </p:nvCxnSpPr>
        <p:spPr>
          <a:xfrm>
            <a:off x="4628931" y="1553976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F285C73-1BBC-F55D-CB93-F1BD68D892C7}"/>
              </a:ext>
            </a:extLst>
          </p:cNvPr>
          <p:cNvCxnSpPr>
            <a:cxnSpLocks/>
          </p:cNvCxnSpPr>
          <p:nvPr/>
        </p:nvCxnSpPr>
        <p:spPr>
          <a:xfrm>
            <a:off x="4633851" y="2158658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8A0D0B-4152-4B1A-C240-D7D70476D021}"/>
              </a:ext>
            </a:extLst>
          </p:cNvPr>
          <p:cNvCxnSpPr>
            <a:cxnSpLocks/>
          </p:cNvCxnSpPr>
          <p:nvPr/>
        </p:nvCxnSpPr>
        <p:spPr>
          <a:xfrm>
            <a:off x="4638771" y="3933380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04B04D-96BB-A5CD-C2E2-28CC94F51971}"/>
              </a:ext>
            </a:extLst>
          </p:cNvPr>
          <p:cNvCxnSpPr>
            <a:cxnSpLocks/>
          </p:cNvCxnSpPr>
          <p:nvPr/>
        </p:nvCxnSpPr>
        <p:spPr>
          <a:xfrm>
            <a:off x="4643683" y="3358196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50C857-D58B-0F54-CEE4-E651CAEECF18}"/>
              </a:ext>
            </a:extLst>
          </p:cNvPr>
          <p:cNvCxnSpPr>
            <a:cxnSpLocks/>
          </p:cNvCxnSpPr>
          <p:nvPr/>
        </p:nvCxnSpPr>
        <p:spPr>
          <a:xfrm>
            <a:off x="4609271" y="2753509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EE6028-2DD0-5F81-E068-9ABA86455B3C}"/>
              </a:ext>
            </a:extLst>
          </p:cNvPr>
          <p:cNvCxnSpPr>
            <a:cxnSpLocks/>
          </p:cNvCxnSpPr>
          <p:nvPr/>
        </p:nvCxnSpPr>
        <p:spPr>
          <a:xfrm>
            <a:off x="4643683" y="4557733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AD80306-09FC-B596-4827-460B52BCEDEC}"/>
              </a:ext>
            </a:extLst>
          </p:cNvPr>
          <p:cNvCxnSpPr>
            <a:cxnSpLocks/>
          </p:cNvCxnSpPr>
          <p:nvPr/>
        </p:nvCxnSpPr>
        <p:spPr>
          <a:xfrm>
            <a:off x="4658430" y="5162415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1CDDC7-8410-88E1-1CC2-937FE24B8A0B}"/>
              </a:ext>
            </a:extLst>
          </p:cNvPr>
          <p:cNvCxnSpPr>
            <a:cxnSpLocks/>
          </p:cNvCxnSpPr>
          <p:nvPr/>
        </p:nvCxnSpPr>
        <p:spPr>
          <a:xfrm>
            <a:off x="4673178" y="5727772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34A2EB6-7146-826C-AD0F-20BB1A052C3D}"/>
              </a:ext>
            </a:extLst>
          </p:cNvPr>
          <p:cNvSpPr/>
          <p:nvPr/>
        </p:nvSpPr>
        <p:spPr>
          <a:xfrm>
            <a:off x="176981" y="826392"/>
            <a:ext cx="1276619" cy="139173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74CC18-13CB-0740-8B43-A3B838EC108B}"/>
              </a:ext>
            </a:extLst>
          </p:cNvPr>
          <p:cNvSpPr txBox="1"/>
          <p:nvPr/>
        </p:nvSpPr>
        <p:spPr>
          <a:xfrm>
            <a:off x="1453600" y="1168931"/>
            <a:ext cx="1276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Acquisition </a:t>
            </a:r>
          </a:p>
          <a:p>
            <a:r>
              <a:rPr lang="en-US" dirty="0"/>
              <a:t>Phase</a:t>
            </a:r>
            <a:endParaRPr lang="en-GB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7CC41B7-ED56-6EF5-3F94-382A0B588798}"/>
              </a:ext>
            </a:extLst>
          </p:cNvPr>
          <p:cNvSpPr/>
          <p:nvPr/>
        </p:nvSpPr>
        <p:spPr>
          <a:xfrm>
            <a:off x="211397" y="2837094"/>
            <a:ext cx="1276619" cy="1391738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0E1128-0619-EB70-3513-B6E334CFA2A2}"/>
              </a:ext>
            </a:extLst>
          </p:cNvPr>
          <p:cNvSpPr txBox="1"/>
          <p:nvPr/>
        </p:nvSpPr>
        <p:spPr>
          <a:xfrm>
            <a:off x="1458519" y="3277953"/>
            <a:ext cx="1437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Operational</a:t>
            </a:r>
          </a:p>
          <a:p>
            <a:r>
              <a:rPr lang="en-US" dirty="0"/>
              <a:t>Activation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E743C3FF-8009-4BAF-C1BE-01E5A49F29AE}"/>
              </a:ext>
            </a:extLst>
          </p:cNvPr>
          <p:cNvSpPr/>
          <p:nvPr/>
        </p:nvSpPr>
        <p:spPr>
          <a:xfrm>
            <a:off x="196652" y="4808459"/>
            <a:ext cx="1276619" cy="1391738"/>
          </a:xfrm>
          <a:prstGeom prst="rightArrow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B7FFBA-45C8-5497-6B75-0843BCF6874C}"/>
              </a:ext>
            </a:extLst>
          </p:cNvPr>
          <p:cNvSpPr txBox="1"/>
          <p:nvPr/>
        </p:nvSpPr>
        <p:spPr>
          <a:xfrm>
            <a:off x="1433939" y="5180499"/>
            <a:ext cx="1437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Analytics &amp;</a:t>
            </a:r>
          </a:p>
          <a:p>
            <a:r>
              <a:rPr lang="en-US" dirty="0"/>
              <a:t>Retention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EE6B53-412B-F076-954B-4611BAC25A33}"/>
              </a:ext>
            </a:extLst>
          </p:cNvPr>
          <p:cNvSpPr/>
          <p:nvPr/>
        </p:nvSpPr>
        <p:spPr>
          <a:xfrm>
            <a:off x="6518787" y="2352129"/>
            <a:ext cx="1966450" cy="37188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Reminders</a:t>
            </a:r>
            <a:endParaRPr lang="en-GB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BB45F3-0242-41F2-20C6-DD7396516258}"/>
              </a:ext>
            </a:extLst>
          </p:cNvPr>
          <p:cNvSpPr/>
          <p:nvPr/>
        </p:nvSpPr>
        <p:spPr>
          <a:xfrm>
            <a:off x="6602363" y="4795449"/>
            <a:ext cx="1966450" cy="37188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Analytics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6D1A7E-08C2-F8DF-F4B1-EFE293642AFF}"/>
              </a:ext>
            </a:extLst>
          </p:cNvPr>
          <p:cNvSpPr/>
          <p:nvPr/>
        </p:nvSpPr>
        <p:spPr>
          <a:xfrm>
            <a:off x="6499122" y="5350971"/>
            <a:ext cx="1966450" cy="584405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Generated Summaries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2443AB-F85D-1865-19AD-78CE6A1C7722}"/>
              </a:ext>
            </a:extLst>
          </p:cNvPr>
          <p:cNvSpPr txBox="1"/>
          <p:nvPr/>
        </p:nvSpPr>
        <p:spPr>
          <a:xfrm>
            <a:off x="845574" y="6444279"/>
            <a:ext cx="7905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AI-enhanced sponsor coordination lifecycle for MunichTech EXPO 2026</a:t>
            </a:r>
          </a:p>
        </p:txBody>
      </p:sp>
    </p:spTree>
    <p:extLst>
      <p:ext uri="{BB962C8B-B14F-4D97-AF65-F5344CB8AC3E}">
        <p14:creationId xmlns:p14="http://schemas.microsoft.com/office/powerpoint/2010/main" val="1496669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On-screen Show (4:3)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Eronmosele Austin Oboh</dc:creator>
  <cp:keywords/>
  <dc:description>generated using python-pptx</dc:description>
  <cp:lastModifiedBy>Eronmosele Austin Oboh</cp:lastModifiedBy>
  <cp:revision>3</cp:revision>
  <dcterms:created xsi:type="dcterms:W3CDTF">2013-01-27T09:14:16Z</dcterms:created>
  <dcterms:modified xsi:type="dcterms:W3CDTF">2026-05-14T07:03:50Z</dcterms:modified>
  <cp:category/>
</cp:coreProperties>
</file>