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438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947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295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693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036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079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281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61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640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50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584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631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E76A68-A555-0E01-AB26-1C943CB2B1BF}"/>
              </a:ext>
            </a:extLst>
          </p:cNvPr>
          <p:cNvSpPr txBox="1"/>
          <p:nvPr/>
        </p:nvSpPr>
        <p:spPr>
          <a:xfrm>
            <a:off x="3842839" y="117200"/>
            <a:ext cx="55273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GB" sz="2000" b="1" dirty="0"/>
              <a:t>AI-Enhanced Event Operations Command </a:t>
            </a:r>
            <a:r>
              <a:rPr lang="en-GB" sz="2000" b="1" dirty="0" err="1"/>
              <a:t>Center</a:t>
            </a:r>
            <a:endParaRPr lang="en-GB" sz="20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540F55-96A1-EB7B-CDC7-D8991D4F01F5}"/>
              </a:ext>
            </a:extLst>
          </p:cNvPr>
          <p:cNvSpPr/>
          <p:nvPr/>
        </p:nvSpPr>
        <p:spPr>
          <a:xfrm>
            <a:off x="4333963" y="661837"/>
            <a:ext cx="3637936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dirty="0">
                <a:solidFill>
                  <a:prstClr val="white"/>
                </a:solidFill>
                <a:latin typeface="Calibri"/>
              </a:rPr>
              <a:t>Participant Registration</a:t>
            </a:r>
            <a:endParaRPr lang="en-GB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8FC146-537C-238A-E216-FFE09572CFBC}"/>
              </a:ext>
            </a:extLst>
          </p:cNvPr>
          <p:cNvSpPr/>
          <p:nvPr/>
        </p:nvSpPr>
        <p:spPr>
          <a:xfrm>
            <a:off x="4277032" y="1204621"/>
            <a:ext cx="3637936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dirty="0">
                <a:solidFill>
                  <a:prstClr val="white"/>
                </a:solidFill>
                <a:latin typeface="Calibri"/>
              </a:rPr>
              <a:t>Skill &amp; Interest Collection</a:t>
            </a:r>
            <a:endParaRPr lang="en-GB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6889B5-CEA0-2957-B5A7-B67D8099EF0B}"/>
              </a:ext>
            </a:extLst>
          </p:cNvPr>
          <p:cNvSpPr/>
          <p:nvPr/>
        </p:nvSpPr>
        <p:spPr>
          <a:xfrm>
            <a:off x="4277032" y="1779974"/>
            <a:ext cx="3637936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dirty="0">
                <a:solidFill>
                  <a:prstClr val="white"/>
                </a:solidFill>
                <a:latin typeface="Calibri"/>
              </a:rPr>
              <a:t>Team Formation</a:t>
            </a:r>
            <a:endParaRPr lang="en-GB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E55375-B3ED-D74F-6405-154F475117F4}"/>
              </a:ext>
            </a:extLst>
          </p:cNvPr>
          <p:cNvSpPr/>
          <p:nvPr/>
        </p:nvSpPr>
        <p:spPr>
          <a:xfrm>
            <a:off x="4277032" y="2366108"/>
            <a:ext cx="3637936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GB">
                <a:solidFill>
                  <a:prstClr val="white"/>
                </a:solidFill>
                <a:latin typeface="Calibri"/>
              </a:rPr>
              <a:t>Challenge Assignment</a:t>
            </a:r>
            <a:endParaRPr lang="en-GB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9B6AE9-C263-6F56-AC8B-B24CF01F3D38}"/>
              </a:ext>
            </a:extLst>
          </p:cNvPr>
          <p:cNvSpPr/>
          <p:nvPr/>
        </p:nvSpPr>
        <p:spPr>
          <a:xfrm>
            <a:off x="4277032" y="2971906"/>
            <a:ext cx="3637936" cy="369332"/>
          </a:xfrm>
          <a:prstGeom prst="rect">
            <a:avLst/>
          </a:prstGeom>
          <a:solidFill>
            <a:schemeClr val="accent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GB" dirty="0"/>
              <a:t>Mentor Coordination</a:t>
            </a:r>
            <a:endParaRPr lang="en-GB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67CD1A-4BF0-F85A-355F-71D16DAF124C}"/>
              </a:ext>
            </a:extLst>
          </p:cNvPr>
          <p:cNvSpPr/>
          <p:nvPr/>
        </p:nvSpPr>
        <p:spPr>
          <a:xfrm>
            <a:off x="4277032" y="3577704"/>
            <a:ext cx="3637936" cy="369332"/>
          </a:xfrm>
          <a:prstGeom prst="rect">
            <a:avLst/>
          </a:prstGeom>
          <a:solidFill>
            <a:schemeClr val="accent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GB" dirty="0"/>
              <a:t>Progress Checkpoints</a:t>
            </a:r>
            <a:endParaRPr lang="en-GB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1444F8-E7BC-14D2-AB1B-D5D55A371C0A}"/>
              </a:ext>
            </a:extLst>
          </p:cNvPr>
          <p:cNvSpPr/>
          <p:nvPr/>
        </p:nvSpPr>
        <p:spPr>
          <a:xfrm>
            <a:off x="4304464" y="4182385"/>
            <a:ext cx="3637936" cy="369332"/>
          </a:xfrm>
          <a:prstGeom prst="rect">
            <a:avLst/>
          </a:prstGeom>
          <a:solidFill>
            <a:schemeClr val="accent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GB" dirty="0"/>
              <a:t>Submission Collection</a:t>
            </a:r>
            <a:endParaRPr lang="en-GB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BE4AF9-8EA9-4919-2D03-58DD6757135D}"/>
              </a:ext>
            </a:extLst>
          </p:cNvPr>
          <p:cNvSpPr/>
          <p:nvPr/>
        </p:nvSpPr>
        <p:spPr>
          <a:xfrm>
            <a:off x="4304464" y="4778351"/>
            <a:ext cx="3637936" cy="369332"/>
          </a:xfrm>
          <a:prstGeom prst="rect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GB" dirty="0"/>
              <a:t>Judging Coordination</a:t>
            </a:r>
            <a:endParaRPr lang="en-GB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EC6D3A-59FC-0406-19BF-804024F97E31}"/>
              </a:ext>
            </a:extLst>
          </p:cNvPr>
          <p:cNvSpPr/>
          <p:nvPr/>
        </p:nvSpPr>
        <p:spPr>
          <a:xfrm>
            <a:off x="4277032" y="5364485"/>
            <a:ext cx="3637936" cy="369332"/>
          </a:xfrm>
          <a:prstGeom prst="rect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GB" dirty="0"/>
              <a:t>Scoring Aggregation</a:t>
            </a:r>
            <a:endParaRPr lang="en-GB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E60D64-6DD2-FA57-4883-35D725E51C6D}"/>
              </a:ext>
            </a:extLst>
          </p:cNvPr>
          <p:cNvSpPr/>
          <p:nvPr/>
        </p:nvSpPr>
        <p:spPr>
          <a:xfrm>
            <a:off x="4277032" y="5935377"/>
            <a:ext cx="3637936" cy="369332"/>
          </a:xfrm>
          <a:prstGeom prst="rect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GB" dirty="0"/>
              <a:t>Winner Selection</a:t>
            </a:r>
            <a:endParaRPr lang="en-GB" dirty="0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F88B0F1-A922-8576-A05C-193833B8F990}"/>
              </a:ext>
            </a:extLst>
          </p:cNvPr>
          <p:cNvCxnSpPr>
            <a:cxnSpLocks/>
          </p:cNvCxnSpPr>
          <p:nvPr/>
        </p:nvCxnSpPr>
        <p:spPr>
          <a:xfrm>
            <a:off x="6138180" y="1057449"/>
            <a:ext cx="0" cy="2229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D13A82D-D979-D44B-B496-84B346E7E2E9}"/>
              </a:ext>
            </a:extLst>
          </p:cNvPr>
          <p:cNvCxnSpPr>
            <a:cxnSpLocks/>
          </p:cNvCxnSpPr>
          <p:nvPr/>
        </p:nvCxnSpPr>
        <p:spPr>
          <a:xfrm>
            <a:off x="6152931" y="1553977"/>
            <a:ext cx="0" cy="2229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F285C73-1BBC-F55D-CB93-F1BD68D892C7}"/>
              </a:ext>
            </a:extLst>
          </p:cNvPr>
          <p:cNvCxnSpPr>
            <a:cxnSpLocks/>
          </p:cNvCxnSpPr>
          <p:nvPr/>
        </p:nvCxnSpPr>
        <p:spPr>
          <a:xfrm>
            <a:off x="6157851" y="2158659"/>
            <a:ext cx="0" cy="2229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78A0D0B-4152-4B1A-C240-D7D70476D021}"/>
              </a:ext>
            </a:extLst>
          </p:cNvPr>
          <p:cNvCxnSpPr>
            <a:cxnSpLocks/>
          </p:cNvCxnSpPr>
          <p:nvPr/>
        </p:nvCxnSpPr>
        <p:spPr>
          <a:xfrm>
            <a:off x="6162771" y="3933381"/>
            <a:ext cx="0" cy="2229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304B04D-96BB-A5CD-C2E2-28CC94F51971}"/>
              </a:ext>
            </a:extLst>
          </p:cNvPr>
          <p:cNvCxnSpPr>
            <a:cxnSpLocks/>
          </p:cNvCxnSpPr>
          <p:nvPr/>
        </p:nvCxnSpPr>
        <p:spPr>
          <a:xfrm>
            <a:off x="6167683" y="3358197"/>
            <a:ext cx="0" cy="2229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450C857-D58B-0F54-CEE4-E651CAEECF18}"/>
              </a:ext>
            </a:extLst>
          </p:cNvPr>
          <p:cNvCxnSpPr>
            <a:cxnSpLocks/>
          </p:cNvCxnSpPr>
          <p:nvPr/>
        </p:nvCxnSpPr>
        <p:spPr>
          <a:xfrm>
            <a:off x="6133271" y="2753510"/>
            <a:ext cx="0" cy="2229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8EE6028-2DD0-5F81-E068-9ABA86455B3C}"/>
              </a:ext>
            </a:extLst>
          </p:cNvPr>
          <p:cNvCxnSpPr>
            <a:cxnSpLocks/>
          </p:cNvCxnSpPr>
          <p:nvPr/>
        </p:nvCxnSpPr>
        <p:spPr>
          <a:xfrm>
            <a:off x="6167683" y="4557734"/>
            <a:ext cx="0" cy="2229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AD80306-09FC-B596-4827-460B52BCEDEC}"/>
              </a:ext>
            </a:extLst>
          </p:cNvPr>
          <p:cNvCxnSpPr>
            <a:cxnSpLocks/>
          </p:cNvCxnSpPr>
          <p:nvPr/>
        </p:nvCxnSpPr>
        <p:spPr>
          <a:xfrm>
            <a:off x="6182430" y="5162416"/>
            <a:ext cx="0" cy="2229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11CDDC7-8410-88E1-1CC2-937FE24B8A0B}"/>
              </a:ext>
            </a:extLst>
          </p:cNvPr>
          <p:cNvCxnSpPr>
            <a:cxnSpLocks/>
          </p:cNvCxnSpPr>
          <p:nvPr/>
        </p:nvCxnSpPr>
        <p:spPr>
          <a:xfrm>
            <a:off x="6197178" y="5727773"/>
            <a:ext cx="0" cy="2229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B34A2EB6-7146-826C-AD0F-20BB1A052C3D}"/>
              </a:ext>
            </a:extLst>
          </p:cNvPr>
          <p:cNvSpPr/>
          <p:nvPr/>
        </p:nvSpPr>
        <p:spPr>
          <a:xfrm>
            <a:off x="1377390" y="806883"/>
            <a:ext cx="1276619" cy="139173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774CC18-13CB-0740-8B43-A3B838EC108B}"/>
              </a:ext>
            </a:extLst>
          </p:cNvPr>
          <p:cNvSpPr txBox="1"/>
          <p:nvPr/>
        </p:nvSpPr>
        <p:spPr>
          <a:xfrm>
            <a:off x="2654009" y="1318086"/>
            <a:ext cx="1560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Calibri"/>
              </a:rPr>
              <a:t>ONBOARDING</a:t>
            </a:r>
            <a:endParaRPr lang="en-GB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77CC41B7-ED56-6EF5-3F94-382A0B588798}"/>
              </a:ext>
            </a:extLst>
          </p:cNvPr>
          <p:cNvSpPr/>
          <p:nvPr/>
        </p:nvSpPr>
        <p:spPr>
          <a:xfrm>
            <a:off x="1364871" y="2753510"/>
            <a:ext cx="1276619" cy="1391738"/>
          </a:xfrm>
          <a:prstGeom prst="rightArrow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D0E1128-0619-EB70-3513-B6E334CFA2A2}"/>
              </a:ext>
            </a:extLst>
          </p:cNvPr>
          <p:cNvSpPr txBox="1"/>
          <p:nvPr/>
        </p:nvSpPr>
        <p:spPr>
          <a:xfrm>
            <a:off x="2740322" y="3285014"/>
            <a:ext cx="1437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Calibri"/>
              </a:rPr>
              <a:t>EXECUTION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E743C3FF-8009-4BAF-C1BE-01E5A49F29AE}"/>
              </a:ext>
            </a:extLst>
          </p:cNvPr>
          <p:cNvSpPr/>
          <p:nvPr/>
        </p:nvSpPr>
        <p:spPr>
          <a:xfrm>
            <a:off x="1350914" y="4778351"/>
            <a:ext cx="1276619" cy="1391738"/>
          </a:xfrm>
          <a:prstGeom prst="rightArrow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CB7FFBA-45C8-5497-6B75-0843BCF6874C}"/>
              </a:ext>
            </a:extLst>
          </p:cNvPr>
          <p:cNvSpPr txBox="1"/>
          <p:nvPr/>
        </p:nvSpPr>
        <p:spPr>
          <a:xfrm>
            <a:off x="2733344" y="5308912"/>
            <a:ext cx="1437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Calibri"/>
              </a:rPr>
              <a:t>EVALUATION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2EE6B53-412B-F076-954B-4611BAC25A33}"/>
              </a:ext>
            </a:extLst>
          </p:cNvPr>
          <p:cNvSpPr/>
          <p:nvPr/>
        </p:nvSpPr>
        <p:spPr>
          <a:xfrm>
            <a:off x="8126363" y="1202069"/>
            <a:ext cx="1966450" cy="371884"/>
          </a:xfrm>
          <a:prstGeom prst="rect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dirty="0">
                <a:solidFill>
                  <a:prstClr val="white"/>
                </a:solidFill>
                <a:latin typeface="Calibri"/>
              </a:rPr>
              <a:t>AI </a:t>
            </a:r>
            <a:r>
              <a:rPr lang="en-GB" dirty="0"/>
              <a:t>profile analysis</a:t>
            </a:r>
            <a:endParaRPr lang="en-GB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6BB45F3-0242-41F2-20C6-DD7396516258}"/>
              </a:ext>
            </a:extLst>
          </p:cNvPr>
          <p:cNvSpPr/>
          <p:nvPr/>
        </p:nvSpPr>
        <p:spPr>
          <a:xfrm>
            <a:off x="8102576" y="5365747"/>
            <a:ext cx="2368767" cy="371884"/>
          </a:xfrm>
          <a:prstGeom prst="rect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dirty="0">
                <a:solidFill>
                  <a:prstClr val="white"/>
                </a:solidFill>
                <a:latin typeface="Calibri"/>
              </a:rPr>
              <a:t>AI score summarization</a:t>
            </a:r>
            <a:endParaRPr lang="en-GB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86D1A7E-08C2-F8DF-F4B1-EFE293642AFF}"/>
              </a:ext>
            </a:extLst>
          </p:cNvPr>
          <p:cNvSpPr/>
          <p:nvPr/>
        </p:nvSpPr>
        <p:spPr>
          <a:xfrm>
            <a:off x="8102576" y="5961619"/>
            <a:ext cx="2368767" cy="369333"/>
          </a:xfrm>
          <a:prstGeom prst="rect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GB" dirty="0"/>
              <a:t>AI sentiment analysis</a:t>
            </a:r>
            <a:endParaRPr lang="en-GB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52443AB-F85D-1865-19AD-78CE6A1C7722}"/>
              </a:ext>
            </a:extLst>
          </p:cNvPr>
          <p:cNvSpPr txBox="1"/>
          <p:nvPr/>
        </p:nvSpPr>
        <p:spPr>
          <a:xfrm>
            <a:off x="1465005" y="6457890"/>
            <a:ext cx="96651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GB" sz="2000" b="1" dirty="0"/>
              <a:t>AI-enhanced hackathon coordination and execution workflow for MunichTech EXPO 2026</a:t>
            </a:r>
            <a:endParaRPr lang="en-GB" sz="20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C4DB67-845B-9900-09E7-CDAE9C4B7F4F}"/>
              </a:ext>
            </a:extLst>
          </p:cNvPr>
          <p:cNvSpPr/>
          <p:nvPr/>
        </p:nvSpPr>
        <p:spPr>
          <a:xfrm>
            <a:off x="8160778" y="1777259"/>
            <a:ext cx="1966450" cy="371884"/>
          </a:xfrm>
          <a:prstGeom prst="rect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GB" dirty="0"/>
              <a:t>AI team matching</a:t>
            </a:r>
            <a:endParaRPr lang="en-GB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04696F-7F2C-D7C0-11A5-4C4CA7DD529C}"/>
              </a:ext>
            </a:extLst>
          </p:cNvPr>
          <p:cNvSpPr/>
          <p:nvPr/>
        </p:nvSpPr>
        <p:spPr>
          <a:xfrm>
            <a:off x="8126363" y="4181109"/>
            <a:ext cx="1966450" cy="371884"/>
          </a:xfrm>
          <a:prstGeom prst="rect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GB" dirty="0"/>
              <a:t>AI validation</a:t>
            </a:r>
            <a:endParaRPr lang="en-GB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1FF2D5-508E-841A-8712-B02BA627FD03}"/>
              </a:ext>
            </a:extLst>
          </p:cNvPr>
          <p:cNvSpPr/>
          <p:nvPr/>
        </p:nvSpPr>
        <p:spPr>
          <a:xfrm>
            <a:off x="8126363" y="3551782"/>
            <a:ext cx="1966450" cy="371884"/>
          </a:xfrm>
          <a:prstGeom prst="rect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dirty="0">
                <a:solidFill>
                  <a:prstClr val="white"/>
                </a:solidFill>
                <a:latin typeface="Calibri"/>
              </a:rPr>
              <a:t>AI monitoring</a:t>
            </a:r>
            <a:endParaRPr lang="en-GB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4E24AD6-1C2D-2710-3ED1-532A4DCD3A2F}"/>
              </a:ext>
            </a:extLst>
          </p:cNvPr>
          <p:cNvSpPr/>
          <p:nvPr/>
        </p:nvSpPr>
        <p:spPr>
          <a:xfrm>
            <a:off x="2211749" y="4194408"/>
            <a:ext cx="1966450" cy="371884"/>
          </a:xfrm>
          <a:prstGeom prst="rect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dirty="0">
                <a:solidFill>
                  <a:prstClr val="white"/>
                </a:solidFill>
                <a:latin typeface="Calibri"/>
              </a:rPr>
              <a:t>T</a:t>
            </a:r>
            <a:r>
              <a:rPr lang="en-GB" dirty="0">
                <a:solidFill>
                  <a:prstClr val="white"/>
                </a:solidFill>
                <a:latin typeface="Calibri"/>
              </a:rPr>
              <a:t>echnical Support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C18F786-C4C5-C0E9-5F5C-37DDDF1F8BA9}"/>
              </a:ext>
            </a:extLst>
          </p:cNvPr>
          <p:cNvSpPr/>
          <p:nvPr/>
        </p:nvSpPr>
        <p:spPr>
          <a:xfrm>
            <a:off x="2642001" y="5950613"/>
            <a:ext cx="1473863" cy="371884"/>
          </a:xfrm>
          <a:prstGeom prst="rect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dirty="0">
                <a:solidFill>
                  <a:prstClr val="white"/>
                </a:solidFill>
                <a:latin typeface="Calibri"/>
              </a:rPr>
              <a:t>Feedback</a:t>
            </a:r>
            <a:endParaRPr lang="en-GB" dirty="0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9666977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1_Office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Eronmosele Austin Oboh</dc:creator>
  <cp:lastModifiedBy>Eronmosele Austin Oboh</cp:lastModifiedBy>
  <cp:revision>2</cp:revision>
  <dcterms:created xsi:type="dcterms:W3CDTF">2026-05-14T08:37:17Z</dcterms:created>
  <dcterms:modified xsi:type="dcterms:W3CDTF">2026-05-14T09:17:40Z</dcterms:modified>
</cp:coreProperties>
</file>